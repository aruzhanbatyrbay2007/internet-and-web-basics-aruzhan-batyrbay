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1" r:id="rId7"/>
    <p:sldId id="282" r:id="rId8"/>
    <p:sldId id="314" r:id="rId9"/>
    <p:sldId id="315" r:id="rId10"/>
    <p:sldId id="307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816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lison.com/topic/learn/133927/html-tables-and-semantic-elemen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son.com/course/web-design-with-html" TargetMode="External"/><Relationship Id="rId4" Type="http://schemas.openxmlformats.org/officeDocument/2006/relationships/hyperlink" Target="https://alison.com/topic/learn/126751/introduction-to-html-and-css#google_vignett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lison.com/courses/web-design-with-html/cont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ison.com/courses/diploma-in-website-development-using-html-and-css/content" TargetMode="External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lison.com/topic/learn/126760/diploma-in-website-development-using-html-and-css-first-assessment" TargetMode="External"/><Relationship Id="rId5" Type="http://schemas.openxmlformats.org/officeDocument/2006/relationships/hyperlink" Target="https://alison.com/topic/learn/126755/cascading-style-sheet-learning-outcomes" TargetMode="External"/><Relationship Id="rId4" Type="http://schemas.openxmlformats.org/officeDocument/2006/relationships/hyperlink" Target="https://alison.com/topic/learn/126751/introduction-to-html-and-cs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Progress Report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Certificate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Modern Web </a:t>
            </a:r>
            <a:r>
              <a:rPr lang="en-US" dirty="0" err="1"/>
              <a:t>Desigh</a:t>
            </a:r>
            <a:r>
              <a:rPr lang="en-US" dirty="0"/>
              <a:t> with HTML and CSS (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 No1</a:t>
            </a:r>
            <a:r>
              <a:rPr lang="en-US" dirty="0"/>
              <a:t>) </a:t>
            </a:r>
          </a:p>
          <a:p>
            <a:pPr marL="457200" indent="-457200">
              <a:buAutoNum type="arabicPeriod"/>
            </a:pPr>
            <a:r>
              <a:rPr lang="en-US" dirty="0"/>
              <a:t>Diploma in Website Development Using HTML and CSS (</a:t>
            </a:r>
            <a:r>
              <a:rPr lang="en-US" dirty="0">
                <a:hlinkClick r:id="rId4"/>
              </a:rPr>
              <a:t>Course No2</a:t>
            </a:r>
            <a:r>
              <a:rPr lang="en-US" dirty="0"/>
              <a:t>)</a:t>
            </a:r>
          </a:p>
          <a:p>
            <a:pPr marL="457200" indent="-457200">
              <a:buAutoNum type="arabicPeriod"/>
            </a:pPr>
            <a:r>
              <a:rPr lang="en-US" dirty="0"/>
              <a:t>Web Design Using HTML </a:t>
            </a:r>
            <a:r>
              <a:rPr lang="en-US" dirty="0">
                <a:hlinkClick r:id="rId5"/>
              </a:rPr>
              <a:t>(Course No3)</a:t>
            </a: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9484"/>
            <a:ext cx="5259554" cy="2495028"/>
          </a:xfrm>
        </p:spPr>
        <p:txBody>
          <a:bodyPr/>
          <a:lstStyle/>
          <a:p>
            <a:r>
              <a:rPr lang="en-US" dirty="0"/>
              <a:t>Web design with </a:t>
            </a:r>
            <a:r>
              <a:rPr lang="en-US" dirty="0" err="1"/>
              <a:t>HtML</a:t>
            </a:r>
            <a:r>
              <a:rPr lang="en-US" dirty="0"/>
              <a:t> (3 hours)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373893"/>
            <a:ext cx="5259554" cy="3182893"/>
          </a:xfrm>
        </p:spPr>
        <p:txBody>
          <a:bodyPr/>
          <a:lstStyle/>
          <a:p>
            <a:r>
              <a:rPr lang="en-US" dirty="0"/>
              <a:t>Module 1:</a:t>
            </a:r>
          </a:p>
          <a:p>
            <a:r>
              <a:rPr lang="en-US" b="1" dirty="0">
                <a:hlinkClick r:id="rId3" tooltip="Introduction to HTML &amp; HTML Elements"/>
              </a:rPr>
              <a:t>Introduction to HTML &amp; HTML Elements</a:t>
            </a:r>
          </a:p>
          <a:p>
            <a:r>
              <a:rPr lang="en-US" dirty="0"/>
              <a:t>Module 2:</a:t>
            </a:r>
          </a:p>
          <a:p>
            <a:r>
              <a:rPr lang="en-US" b="1" dirty="0"/>
              <a:t>HTML- </a:t>
            </a:r>
            <a:r>
              <a:rPr lang="en-US" b="1" dirty="0" err="1"/>
              <a:t>iframe</a:t>
            </a:r>
            <a:r>
              <a:rPr lang="en-US" b="1" dirty="0"/>
              <a:t>, Forms and CSS</a:t>
            </a:r>
          </a:p>
          <a:p>
            <a:r>
              <a:rPr lang="en-US" dirty="0"/>
              <a:t>Module 3:</a:t>
            </a:r>
          </a:p>
          <a:p>
            <a:r>
              <a:rPr lang="en-US" b="1" dirty="0"/>
              <a:t>Course assessment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42057EE-B001-750F-6987-DC86BCCB90F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297" b="2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596" y="1057274"/>
            <a:ext cx="7965461" cy="994164"/>
          </a:xfrm>
        </p:spPr>
        <p:txBody>
          <a:bodyPr/>
          <a:lstStyle/>
          <a:p>
            <a:r>
              <a:rPr lang="en-US" dirty="0"/>
              <a:t>Modern Web Design using html and </a:t>
            </a:r>
            <a:r>
              <a:rPr lang="en-US" dirty="0" err="1"/>
              <a:t>css</a:t>
            </a:r>
            <a:r>
              <a:rPr lang="en-US" dirty="0"/>
              <a:t> (4 hours)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3871" y="2298955"/>
            <a:ext cx="7965460" cy="34976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/>
              <a:t>Module 1: </a:t>
            </a:r>
          </a:p>
          <a:p>
            <a:pPr marL="0" indent="0">
              <a:buNone/>
            </a:pPr>
            <a:r>
              <a:rPr lang="en-US" sz="3200" b="1" dirty="0"/>
              <a:t>Web Design using HTML.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Module 2: </a:t>
            </a:r>
          </a:p>
          <a:p>
            <a:pPr marL="0" indent="0">
              <a:buNone/>
            </a:pPr>
            <a:r>
              <a:rPr lang="en-US" sz="3200" b="1" dirty="0"/>
              <a:t>Styling with CSS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Course Assessment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A88B1-3254-5E28-284C-522C52E99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19" y="692943"/>
            <a:ext cx="3485052" cy="57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23" y="813716"/>
            <a:ext cx="5254406" cy="2520217"/>
          </a:xfrm>
        </p:spPr>
        <p:txBody>
          <a:bodyPr/>
          <a:lstStyle/>
          <a:p>
            <a:r>
              <a:rPr lang="en-US" dirty="0"/>
              <a:t>DIPLOMA IN WEBSITE DEVELOPMENT USING HTML AND CSS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62949" y="3429000"/>
            <a:ext cx="7043618" cy="2233233"/>
          </a:xfrm>
        </p:spPr>
        <p:txBody>
          <a:bodyPr>
            <a:normAutofit fontScale="25000" lnSpcReduction="20000"/>
          </a:bodyPr>
          <a:lstStyle/>
          <a:p>
            <a:pPr fontAlgn="base"/>
            <a:r>
              <a:rPr lang="en-US" sz="8000" b="1" dirty="0">
                <a:hlinkClick r:id="rId3" tooltip="Introduction to HTML and CSS"/>
              </a:rPr>
              <a:t>MODULE 1:</a:t>
            </a:r>
          </a:p>
          <a:p>
            <a:pPr fontAlgn="base"/>
            <a:r>
              <a:rPr lang="en-US" sz="8000" b="1" dirty="0">
                <a:hlinkClick r:id="rId3" tooltip="Introduction to HTML and CSS"/>
              </a:rPr>
              <a:t>Introduction to HTML and CSS</a:t>
            </a:r>
          </a:p>
          <a:p>
            <a:pPr fontAlgn="base"/>
            <a:r>
              <a:rPr lang="en-US" sz="8000" b="1" dirty="0">
                <a:hlinkClick r:id="rId4"/>
              </a:rPr>
              <a:t>Continue Learning</a:t>
            </a:r>
            <a:endParaRPr lang="en-US" sz="8000" dirty="0"/>
          </a:p>
          <a:p>
            <a:pPr fontAlgn="base"/>
            <a:r>
              <a:rPr lang="en-US" sz="8000" b="1" cap="all" dirty="0">
                <a:hlinkClick r:id="rId3" tooltip="Cascading Style Sheet"/>
              </a:rPr>
              <a:t>Module 2:</a:t>
            </a:r>
          </a:p>
          <a:p>
            <a:pPr fontAlgn="base"/>
            <a:r>
              <a:rPr lang="en-US" sz="8000" b="1" dirty="0">
                <a:hlinkClick r:id="rId3" tooltip="Cascading Style Sheet"/>
              </a:rPr>
              <a:t>Cascading Style Sheet</a:t>
            </a:r>
          </a:p>
          <a:p>
            <a:pPr fontAlgn="base"/>
            <a:r>
              <a:rPr lang="en-US" sz="8000" b="1" dirty="0">
                <a:hlinkClick r:id="rId5"/>
              </a:rPr>
              <a:t>Continue Learning</a:t>
            </a:r>
            <a:endParaRPr lang="en-US" sz="8000" dirty="0"/>
          </a:p>
          <a:p>
            <a:pPr fontAlgn="base"/>
            <a:r>
              <a:rPr lang="en-US" sz="8000" b="1" cap="all" dirty="0">
                <a:hlinkClick r:id="rId3" tooltip="Diploma in Website Development using HTML and CSS - First Assessment"/>
              </a:rPr>
              <a:t>Module  3:</a:t>
            </a:r>
          </a:p>
          <a:p>
            <a:pPr fontAlgn="base"/>
            <a:r>
              <a:rPr lang="en-US" sz="8000" b="1" dirty="0">
                <a:hlinkClick r:id="rId3" tooltip="Diploma in Website Development using HTML and CSS - First Assessment"/>
              </a:rPr>
              <a:t>Diploma in Website Development using HTML and CSS - First Assessment</a:t>
            </a:r>
          </a:p>
          <a:p>
            <a:pPr fontAlgn="base"/>
            <a:r>
              <a:rPr lang="en-US" sz="8000" b="1" dirty="0">
                <a:hlinkClick r:id="rId6"/>
              </a:rPr>
              <a:t>Continue Learning</a:t>
            </a:r>
            <a:endParaRPr lang="en-US" sz="8000" dirty="0"/>
          </a:p>
          <a:p>
            <a:pPr fontAlgn="base"/>
            <a:r>
              <a:rPr lang="en-US" sz="8000" b="1" cap="all" dirty="0">
                <a:hlinkClick r:id="rId3" tooltip="HTML Header and Footer"/>
              </a:rPr>
              <a:t>Module 4:</a:t>
            </a:r>
          </a:p>
          <a:p>
            <a:pPr fontAlgn="base"/>
            <a:r>
              <a:rPr lang="en-US" sz="8000" b="1" dirty="0">
                <a:hlinkClick r:id="rId3" tooltip="HTML Header and Footer"/>
              </a:rPr>
              <a:t>HTML Header and Footer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F427F-A364-E64C-BC53-D95C8FAD2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6382" y="0"/>
            <a:ext cx="4215618" cy="66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41982-432C-ACB9-AA86-6C20C6285840}"/>
              </a:ext>
            </a:extLst>
          </p:cNvPr>
          <p:cNvSpPr txBox="1"/>
          <p:nvPr/>
        </p:nvSpPr>
        <p:spPr>
          <a:xfrm>
            <a:off x="1223888" y="2274838"/>
            <a:ext cx="68650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CERTIFICATION PROGRESS </a:t>
            </a:r>
          </a:p>
          <a:p>
            <a:r>
              <a:rPr lang="en-US" sz="4800" b="1" dirty="0">
                <a:solidFill>
                  <a:schemeClr val="accent6"/>
                </a:solidFill>
              </a:rPr>
              <a:t>REPORT</a:t>
            </a:r>
            <a:endParaRPr lang="ru-KZ" sz="4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3B97ED5-D900-21E2-3B44-F8383CA83E1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848" b="848"/>
          <a:stretch>
            <a:fillRect/>
          </a:stretch>
        </p:blipFill>
        <p:spPr>
          <a:xfrm>
            <a:off x="459546" y="1596350"/>
            <a:ext cx="6546165" cy="375325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E4368D-FD47-4B85-79B4-6C03C082E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044" y="979766"/>
            <a:ext cx="4059245" cy="498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3061036"/>
          </a:xfrm>
        </p:spPr>
        <p:txBody>
          <a:bodyPr/>
          <a:lstStyle/>
          <a:p>
            <a:r>
              <a:rPr lang="en-US" sz="4400" dirty="0"/>
              <a:t>Thank  </a:t>
            </a:r>
            <a:br>
              <a:rPr lang="en-US" sz="4400" dirty="0"/>
            </a:br>
            <a:r>
              <a:rPr lang="en-US" sz="44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390381"/>
            <a:ext cx="5715000" cy="2234642"/>
          </a:xfrm>
        </p:spPr>
        <p:txBody>
          <a:bodyPr/>
          <a:lstStyle/>
          <a:p>
            <a:r>
              <a:rPr lang="en-US" dirty="0"/>
              <a:t>Aruzhan Batyrbay</a:t>
            </a:r>
          </a:p>
          <a:p>
            <a:r>
              <a:rPr lang="en-US" dirty="0"/>
              <a:t>+77772117063</a:t>
            </a:r>
          </a:p>
          <a:p>
            <a:r>
              <a:rPr lang="en-US" dirty="0"/>
              <a:t>aruzhanbatyrbay2007@gmail.com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{A9E6C7E4-D5E0-414C-86BB-B8178170B60C}TF8a9b5915-b8c7-461e-8cdd-693d48b5e32371f7b7e2_win32-4bf0b9a2ea37</Template>
  <TotalTime>188</TotalTime>
  <Words>162</Words>
  <Application>Microsoft Office PowerPoint</Application>
  <PresentationFormat>Widescreen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Custom</vt:lpstr>
      <vt:lpstr>Progress Report presentation</vt:lpstr>
      <vt:lpstr>Certificate Course</vt:lpstr>
      <vt:lpstr>Web design with HtML (3 hours)</vt:lpstr>
      <vt:lpstr>Modern Web Design using html and css (4 hours)</vt:lpstr>
      <vt:lpstr>DIPLOMA IN WEBSITE DEVELOPMENT USING HTML AND CSS</vt:lpstr>
      <vt:lpstr>PowerPoint Presentation</vt:lpstr>
      <vt:lpstr>PowerPoint Presentation</vt:lpstr>
      <vt:lpstr>Thank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Aruzhan Batyrbay</dc:creator>
  <cp:lastModifiedBy>Aruzhan Batyrbay</cp:lastModifiedBy>
  <cp:revision>1</cp:revision>
  <dcterms:created xsi:type="dcterms:W3CDTF">2025-11-26T05:54:41Z</dcterms:created>
  <dcterms:modified xsi:type="dcterms:W3CDTF">2025-11-26T09:03:11Z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